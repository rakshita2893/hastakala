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4" r:id="rId13"/>
    <p:sldId id="270" r:id="rId14"/>
    <p:sldId id="271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66"/>
    <a:srgbClr val="0000CC"/>
    <a:srgbClr val="00FF00"/>
    <a:srgbClr val="FFFF00"/>
    <a:srgbClr val="FF66FF"/>
    <a:srgbClr val="FF00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27" autoAdjust="0"/>
    <p:restoredTop sz="95806" autoAdjust="0"/>
  </p:normalViewPr>
  <p:slideViewPr>
    <p:cSldViewPr showGuides="1">
      <p:cViewPr varScale="1">
        <p:scale>
          <a:sx n="74" d="100"/>
          <a:sy n="74" d="100"/>
        </p:scale>
        <p:origin x="7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4876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A2C035C-3B34-4429-819D-5BF8A03B0066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5/18/2026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4877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4877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04877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4877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02939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dirty="0"/>
          </a:p>
        </p:txBody>
      </p:sp>
      <p:sp>
        <p:nvSpPr>
          <p:cNvPr id="104859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354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6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A06C1F8-10B5-4BE5-863A-AEBDC7E1BCCB}" type="datetime9">
              <a:rPr lang="en-US" sz="1000" smtClean="0">
                <a:solidFill>
                  <a:srgbClr val="FFFFFF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accent1">
                    <a:tint val="20000"/>
                  </a:schemeClr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7977537-D905-4E5E-A222-ECA523AB5E9B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B43F5EDE-6E2E-4755-9136-03606B8068CF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6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7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C26EA37-2C78-4692-971A-4D1199380560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52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3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5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5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62F2556-BDC8-4AB4-A8C6-A1C9818A8792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5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5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0F12B34-593A-4D14-9993-1D770F172245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2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F4433EF-44CD-4E5E-8816-49E197C6736D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6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6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6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6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72B9555-99F8-41E4-A9B1-2D60DFBE972E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6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6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0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731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6CDF9C7F-C68A-4D21-8869-CEFB797C1555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buNone/>
            </a:pPr>
            <a:fld id="{9A0DB2DC-4C9A-4742-B13C-FB6460FD3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7DB7C50-F175-4A89-8843-CCF27DCA3574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1F652D8-380C-4ABD-B121-E493B5F8D8EB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805D8552-7658-48E3-BCBC-F7E1F6EAB904}" type="datetime9">
              <a:rPr lang="en-US" sz="1000" smtClean="0">
                <a:solidFill>
                  <a:schemeClr val="tx1"/>
                </a:solidFill>
                <a:latin typeface="Times New Roman" panose="02020603050405020304" pitchFamily="18" charset="0"/>
              </a:rPr>
              <a:t>5/18/2026 11:47:48 PM</a:t>
            </a:fld>
            <a:endParaRPr 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ECE DEPT, Bangalore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‹#›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3"/>
          <p:cNvSpPr>
            <a:spLocks noGrp="1"/>
          </p:cNvSpPr>
          <p:nvPr>
            <p:ph idx="1"/>
          </p:nvPr>
        </p:nvSpPr>
        <p:spPr>
          <a:xfrm>
            <a:off x="381000" y="228600"/>
            <a:ext cx="11430000" cy="6248400"/>
          </a:xfrm>
        </p:spPr>
        <p:txBody>
          <a:bodyPr vert="horz" wrap="square" lIns="91440" tIns="45720" rIns="91440" bIns="45720" rtlCol="0" anchor="t" anchorCtr="0">
            <a:normAutofit fontScale="78214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en-IN" sz="3900" b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IN" sz="5700" b="1" dirty="0"/>
              <a:t>K. S. INSTITUTE OF TECHNOLOGY</a:t>
            </a:r>
            <a:endParaRPr lang="en-IN" sz="5700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IN" sz="1600" dirty="0"/>
              <a:t>An Autonomous Institution under VTU, Approved by AICTE</a:t>
            </a:r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r>
              <a:rPr lang="en-IN" sz="1600" dirty="0"/>
              <a:t>Accredited by NBA (CSE &amp; ECE), NAAC with A+</a:t>
            </a:r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r>
              <a:rPr lang="en-IN" sz="1600" dirty="0"/>
              <a:t> </a:t>
            </a:r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r>
              <a:rPr lang="en-IN" sz="1600" dirty="0"/>
              <a:t>No.14, </a:t>
            </a:r>
            <a:r>
              <a:rPr lang="en-IN" sz="1600" dirty="0" err="1"/>
              <a:t>Raghuvanahalli</a:t>
            </a:r>
            <a:r>
              <a:rPr lang="en-IN" sz="1600" dirty="0"/>
              <a:t>, </a:t>
            </a:r>
            <a:r>
              <a:rPr lang="en-IN" sz="1600" dirty="0" err="1"/>
              <a:t>Kanakapura</a:t>
            </a:r>
            <a:r>
              <a:rPr lang="en-IN" sz="1600" dirty="0"/>
              <a:t> Road, Bengaluru – 560109</a:t>
            </a:r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marL="0" indent="0" algn="ctr">
              <a:lnSpc>
                <a:spcPct val="20000"/>
              </a:lnSpc>
              <a:spcBef>
                <a:spcPts val="600"/>
              </a:spcBef>
              <a:buNone/>
            </a:pPr>
            <a:endParaRPr lang="en-IN" sz="1600" dirty="0"/>
          </a:p>
          <a:p>
            <a:pPr algn="ctr">
              <a:buNone/>
            </a:pPr>
            <a:r>
              <a:rPr lang="en-IN" b="1" dirty="0"/>
              <a:t>INTERNSHIP (INDUSTRY/RESEARCH)-B</a:t>
            </a:r>
            <a:r>
              <a:rPr lang="en-US" altLang="en-GB" b="1" dirty="0"/>
              <a:t>INT803B</a:t>
            </a:r>
            <a:endParaRPr sz="1600" dirty="0">
              <a:latin typeface="Times New Roman" panose="02020603050405020304" pitchFamily="18" charset="0"/>
            </a:endParaRPr>
          </a:p>
          <a:p>
            <a:pPr algn="ctr">
              <a:buNone/>
            </a:pPr>
            <a:r>
              <a:rPr sz="3200" dirty="0">
                <a:latin typeface="Times New Roman" panose="02020603050405020304" pitchFamily="18" charset="0"/>
              </a:rPr>
              <a:t>   </a:t>
            </a:r>
            <a:r>
              <a:rPr lang="en-US" altLang="en-GB" sz="3200" dirty="0">
                <a:latin typeface="Times New Roman" panose="02020603050405020304" pitchFamily="18" charset="0"/>
              </a:rPr>
              <a:t>Presentation </a:t>
            </a:r>
            <a:endParaRPr lang="zh-CN" altLang="en-US" dirty="0"/>
          </a:p>
          <a:p>
            <a:pPr algn="ctr" eaLnBrk="1" hangingPunct="1">
              <a:lnSpc>
                <a:spcPct val="90000"/>
              </a:lnSpc>
              <a:buNone/>
            </a:pPr>
            <a:r>
              <a:rPr sz="1800" dirty="0">
                <a:latin typeface="Times New Roman" panose="02020603050405020304" pitchFamily="18" charset="0"/>
              </a:rPr>
              <a:t>On</a:t>
            </a:r>
          </a:p>
          <a:p>
            <a:pPr algn="ctr" eaLnBrk="1" hangingPunct="1">
              <a:lnSpc>
                <a:spcPct val="90000"/>
              </a:lnSpc>
              <a:buNone/>
            </a:pPr>
            <a:r>
              <a:rPr lang="en-IN" b="1" dirty="0"/>
              <a:t>ANDROID APP DEVELOPMENT USING GEN AI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IN" sz="1600" dirty="0">
                <a:latin typeface="Times New Roman" panose="02020603050405020304" pitchFamily="18" charset="0"/>
              </a:rPr>
              <a:t>By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IN" sz="16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</a:rPr>
              <a:t>RAKSHITA A U </a:t>
            </a:r>
            <a:r>
              <a:rPr lang="en-IN" sz="1400" dirty="0">
                <a:latin typeface="Times New Roman" panose="02020603050405020304" pitchFamily="18" charset="0"/>
              </a:rPr>
              <a:t>	</a:t>
            </a:r>
            <a:endParaRPr lang="en-IN" sz="20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IN" sz="2000" dirty="0">
                <a:latin typeface="Times New Roman" panose="02020603050405020304" pitchFamily="18" charset="0"/>
              </a:rPr>
              <a:t>    1KS22CS113</a:t>
            </a:r>
            <a:endParaRPr sz="20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sz="14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sz="2000" dirty="0">
                <a:latin typeface="Times New Roman" panose="02020603050405020304" pitchFamily="18" charset="0"/>
              </a:rPr>
              <a:t>Carried at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IN" sz="2000" b="1" dirty="0">
                <a:latin typeface="Times New Roman" panose="02020603050405020304" pitchFamily="18" charset="0"/>
              </a:rPr>
              <a:t>MINDMATRIX</a:t>
            </a:r>
            <a:endParaRPr sz="2000" b="1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sz="1900" dirty="0">
                <a:latin typeface="Times New Roman" panose="02020603050405020304" pitchFamily="18" charset="0"/>
              </a:rPr>
              <a:t>Under the guidance of</a:t>
            </a:r>
            <a:endParaRPr lang="en-US" sz="19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</a:rPr>
              <a:t>      Internal Guide </a:t>
            </a:r>
            <a:r>
              <a:rPr sz="2000" b="1" dirty="0"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</a:rPr>
              <a:t>                                                                  </a:t>
            </a:r>
            <a:r>
              <a:rPr lang="en-US" sz="2000" dirty="0">
                <a:latin typeface="Times New Roman" panose="02020603050405020304" pitchFamily="18" charset="0"/>
              </a:rPr>
              <a:t>			                                        </a:t>
            </a:r>
            <a:r>
              <a:rPr lang="en-US" sz="2000" b="1" dirty="0">
                <a:latin typeface="Times New Roman" panose="02020603050405020304" pitchFamily="18" charset="0"/>
              </a:rPr>
              <a:t>External Guide</a:t>
            </a:r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</a:rPr>
              <a:t>   </a:t>
            </a:r>
            <a:r>
              <a:rPr lang="en-US" altLang="en-GB" sz="1800" dirty="0">
                <a:latin typeface="Times New Roman" panose="02020603050405020304" pitchFamily="18" charset="0"/>
              </a:rPr>
              <a:t>    Mrs. Beena K</a:t>
            </a:r>
            <a:r>
              <a:rPr lang="en-US" sz="1800" dirty="0">
                <a:latin typeface="Times New Roman" panose="02020603050405020304" pitchFamily="18" charset="0"/>
              </a:rPr>
              <a:t>                                                          			</a:t>
            </a:r>
            <a:r>
              <a:rPr lang="en-US" altLang="en-GB" sz="1800" dirty="0">
                <a:latin typeface="Times New Roman" panose="02020603050405020304" pitchFamily="18" charset="0"/>
              </a:rPr>
              <a:t>                                                                  Mr. </a:t>
            </a:r>
            <a:r>
              <a:rPr lang="en-US" altLang="en-GB" sz="1800" dirty="0" err="1">
                <a:latin typeface="Times New Roman" panose="02020603050405020304" pitchFamily="18" charset="0"/>
              </a:rPr>
              <a:t>Tirumal</a:t>
            </a:r>
            <a:r>
              <a:rPr lang="en-US" altLang="en-GB" sz="1800" dirty="0">
                <a:latin typeface="Times New Roman" panose="02020603050405020304" pitchFamily="18" charset="0"/>
              </a:rPr>
              <a:t> </a:t>
            </a:r>
            <a:r>
              <a:rPr lang="en-US" altLang="en-GB" sz="1800" dirty="0" err="1">
                <a:latin typeface="Times New Roman" panose="02020603050405020304" pitchFamily="18" charset="0"/>
              </a:rPr>
              <a:t>Mutalik</a:t>
            </a:r>
            <a:endParaRPr lang="zh-CN" altLang="en-US" dirty="0"/>
          </a:p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</a:rPr>
              <a:t>       Assistant Professor, </a:t>
            </a:r>
            <a:r>
              <a:rPr lang="en-US" altLang="en-GB" sz="1800" dirty="0">
                <a:latin typeface="Times New Roman" panose="02020603050405020304" pitchFamily="18" charset="0"/>
              </a:rPr>
              <a:t>CSE, KSIT</a:t>
            </a:r>
            <a:r>
              <a:rPr lang="en-US" sz="1800" dirty="0">
                <a:latin typeface="Times New Roman" panose="02020603050405020304" pitchFamily="18" charset="0"/>
              </a:rPr>
              <a:t>			                                       			                         </a:t>
            </a:r>
            <a:r>
              <a:rPr lang="en-US" sz="1800" dirty="0" err="1">
                <a:latin typeface="Times New Roman" panose="02020603050405020304" pitchFamily="18" charset="0"/>
              </a:rPr>
              <a:t>MindMatrix</a:t>
            </a:r>
            <a:endParaRPr sz="18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None/>
            </a:pPr>
            <a:endParaRPr sz="18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sz="18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sz="1800" dirty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sz="1800" dirty="0">
              <a:solidFill>
                <a:srgbClr val="00FF00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sz="1800" dirty="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587" name="Footer Placeholder 4"/>
          <p:cNvSpPr txBox="1">
            <a:spLocks noGrp="1"/>
          </p:cNvSpPr>
          <p:nvPr>
            <p:ph type="ftr" sz="quarter" idx="11"/>
          </p:nvPr>
        </p:nvSpPr>
        <p:spPr>
          <a:xfrm>
            <a:off x="5105400" y="6294443"/>
            <a:ext cx="2438400" cy="365125"/>
          </a:xfrm>
          <a:noFill/>
          <a:ln>
            <a:noFill/>
          </a:ln>
        </p:spPr>
        <p:txBody>
          <a:bodyPr anchor="b" anchorCtr="0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sz="1000" dirty="0"/>
              <a:t>K S I T, </a:t>
            </a:r>
            <a:r>
              <a:rPr lang="en-US" altLang="en-GB" sz="1000" dirty="0"/>
              <a:t>CSE</a:t>
            </a:r>
            <a:r>
              <a:rPr sz="1000" dirty="0"/>
              <a:t> DEPT, Bangalore</a:t>
            </a:r>
            <a:endParaRPr lang="zh-CN" altLang="en-US"/>
          </a:p>
        </p:txBody>
      </p:sp>
      <p:sp>
        <p:nvSpPr>
          <p:cNvPr id="104858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b" anchorCtr="0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6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000" dirty="0"/>
              <a:t>1</a:t>
            </a:fld>
            <a:endParaRPr lang="en-US" sz="1000" dirty="0"/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40094"/>
            <a:ext cx="810981" cy="990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53" name="Picture 6" descr="Visvesvaraya Technological University - Crunchbase School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55047" y="440093"/>
            <a:ext cx="1015960" cy="1034430"/>
          </a:xfrm>
          <a:prstGeom prst="rect">
            <a:avLst/>
          </a:prstGeom>
          <a:noFill/>
        </p:spPr>
      </p:pic>
      <p:sp>
        <p:nvSpPr>
          <p:cNvPr id="1048589" name="Rectangle 4"/>
          <p:cNvSpPr/>
          <p:nvPr/>
        </p:nvSpPr>
        <p:spPr>
          <a:xfrm>
            <a:off x="0" y="-2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0" name="Rectangle 5"/>
          <p:cNvSpPr/>
          <p:nvPr/>
        </p:nvSpPr>
        <p:spPr>
          <a:xfrm>
            <a:off x="0" y="-1"/>
            <a:ext cx="12192000" cy="136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1" name="Rectangle 6"/>
          <p:cNvSpPr/>
          <p:nvPr/>
        </p:nvSpPr>
        <p:spPr>
          <a:xfrm>
            <a:off x="1211580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2" name="Rectangle 7"/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2"/>
          <p:cNvSpPr>
            <a:spLocks noGrp="1"/>
          </p:cNvSpPr>
          <p:nvPr>
            <p:ph type="title"/>
          </p:nvPr>
        </p:nvSpPr>
        <p:spPr>
          <a:xfrm>
            <a:off x="2057400" y="136518"/>
            <a:ext cx="8229600" cy="3968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OUTLINE</a:t>
            </a:r>
          </a:p>
        </p:txBody>
      </p:sp>
      <p:graphicFrame>
        <p:nvGraphicFramePr>
          <p:cNvPr id="419430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596250"/>
              </p:ext>
            </p:extLst>
          </p:nvPr>
        </p:nvGraphicFramePr>
        <p:xfrm>
          <a:off x="1066800" y="533399"/>
          <a:ext cx="10134600" cy="591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7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50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6648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</a:rPr>
                        <a:t>SL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en-IN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SLIDE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r>
                        <a:rPr lang="en-IN" sz="13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About the Organization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r>
                        <a:rPr lang="en-IN" sz="13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of the Internship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02986">
                <a:tc>
                  <a:txBody>
                    <a:bodyPr/>
                    <a:lstStyle/>
                    <a:p>
                      <a:r>
                        <a:rPr lang="en-IN" sz="13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 experiences 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Trainings learned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Technical knowledge gained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(include any learning </a:t>
                      </a:r>
                      <a:r>
                        <a:rPr lang="en-US" sz="1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experinces</a:t>
                      </a: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any EXTRA SLIDES)</a:t>
                      </a: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assigned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5-7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49712">
                <a:tc>
                  <a:txBody>
                    <a:bodyPr/>
                    <a:lstStyle/>
                    <a:p>
                      <a:r>
                        <a:rPr lang="en-IN" sz="13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diagram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Approaches explored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Flow chart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8-9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r>
                        <a:rPr lang="en-IN" sz="13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/Software 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56894">
                <a:tc>
                  <a:txBody>
                    <a:bodyPr/>
                    <a:lstStyle/>
                    <a:p>
                      <a:r>
                        <a:rPr lang="en-IN" sz="13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 analysis(include any diagrams or analysis if any)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11-12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0049">
                <a:tc>
                  <a:txBody>
                    <a:bodyPr/>
                    <a:lstStyle/>
                    <a:p>
                      <a:r>
                        <a:rPr lang="en-IN" sz="13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earning Outcomes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13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60049">
                <a:tc>
                  <a:txBody>
                    <a:bodyPr/>
                    <a:lstStyle/>
                    <a:p>
                      <a:r>
                        <a:rPr lang="en-IN" sz="13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 and future scope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14</a:t>
                      </a:r>
                      <a:endParaRPr lang="en-IN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04859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29151" y="6356356"/>
            <a:ext cx="3086100" cy="365125"/>
          </a:xfrm>
        </p:spPr>
        <p:txBody>
          <a:bodyPr/>
          <a:lstStyle/>
          <a:p>
            <a:pPr algn="r" defTabSz="914377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 dirty="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5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2</a:t>
            </a:fld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048599" name="Rectangle 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0" name="Rectangle 8"/>
          <p:cNvSpPr/>
          <p:nvPr/>
        </p:nvSpPr>
        <p:spPr>
          <a:xfrm>
            <a:off x="0" y="0"/>
            <a:ext cx="12115800" cy="1365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1" name="Rectangle 9"/>
          <p:cNvSpPr/>
          <p:nvPr/>
        </p:nvSpPr>
        <p:spPr>
          <a:xfrm>
            <a:off x="12039600" y="0"/>
            <a:ext cx="15239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2" name="Rectangle 10"/>
          <p:cNvSpPr/>
          <p:nvPr/>
        </p:nvSpPr>
        <p:spPr>
          <a:xfrm>
            <a:off x="76200" y="6707513"/>
            <a:ext cx="12115800" cy="1365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0695049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Organization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MindMatrix</a:t>
            </a:r>
            <a:r>
              <a:rPr lang="en-US" dirty="0"/>
              <a:t> is a technology company that provides practical training in Android Development, Artificial Intelligence, Machine Learning, and Cloud Computing through industry-oriented internships. </a:t>
            </a:r>
          </a:p>
          <a:p>
            <a:r>
              <a:rPr lang="en-US" dirty="0"/>
              <a:t>The internship environment encouraged innovation, teamwork, and hands-on learning through real-time projects and milestone-based activities. </a:t>
            </a:r>
          </a:p>
          <a:p>
            <a:r>
              <a:rPr lang="en-US" dirty="0"/>
              <a:t>It helped improve technical knowledge, problem-solving abilities, debugging skills, and understanding of Android development workflows, preparing students for future careers in software development and AI technologies.</a:t>
            </a:r>
          </a:p>
          <a:p>
            <a:r>
              <a:rPr lang="en-US" dirty="0"/>
              <a:t> The vision of </a:t>
            </a:r>
            <a:r>
              <a:rPr lang="en-US" dirty="0" err="1"/>
              <a:t>MindMatrix</a:t>
            </a:r>
            <a:r>
              <a:rPr lang="en-US" dirty="0"/>
              <a:t> is to create a learning ecosystem where quality education is accessible, practical, and aligned with the needs of the modern technology industry.</a:t>
            </a:r>
            <a:endParaRPr lang="en-IN" dirty="0"/>
          </a:p>
        </p:txBody>
      </p:sp>
      <p:sp>
        <p:nvSpPr>
          <p:cNvPr id="1048605" name="Rectangle 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6" name="Rectangle 6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7" name="Rectangle 7"/>
          <p:cNvSpPr/>
          <p:nvPr/>
        </p:nvSpPr>
        <p:spPr>
          <a:xfrm>
            <a:off x="12039600" y="76200"/>
            <a:ext cx="152400" cy="678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8" name="Rectangle 8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09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1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3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0695049" cy="64126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INTERNSHIP </a:t>
            </a:r>
            <a:r>
              <a:rPr lang="en-IN" sz="3600" dirty="0">
                <a:solidFill>
                  <a:schemeClr val="dk1"/>
                </a:solidFill>
              </a:rPr>
              <a:t/>
            </a:r>
            <a:br>
              <a:rPr lang="en-IN" sz="3600" dirty="0">
                <a:solidFill>
                  <a:schemeClr val="dk1"/>
                </a:solidFill>
              </a:rPr>
            </a:b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/>
          <a:lstStyle/>
          <a:p>
            <a:r>
              <a:rPr lang="en-US" dirty="0"/>
              <a:t>To develop Android application development skills using Kotlin.</a:t>
            </a:r>
          </a:p>
          <a:p>
            <a:r>
              <a:rPr lang="en-US" dirty="0"/>
              <a:t> To learn Firebase Authentication and Realtime Database integration.</a:t>
            </a:r>
          </a:p>
          <a:p>
            <a:r>
              <a:rPr lang="en-US" dirty="0"/>
              <a:t> To gain practical exposure to industry workflows. </a:t>
            </a:r>
          </a:p>
          <a:p>
            <a:r>
              <a:rPr lang="en-US" dirty="0"/>
              <a:t>To improve problem-solving and debugging abilities. </a:t>
            </a:r>
          </a:p>
          <a:p>
            <a:r>
              <a:rPr lang="en-US" dirty="0"/>
              <a:t>To enhance communication and teamwork skills. </a:t>
            </a:r>
          </a:p>
          <a:p>
            <a:r>
              <a:rPr lang="en-US" dirty="0"/>
              <a:t>To become industry-ready in Android and AI-based technologies. </a:t>
            </a:r>
          </a:p>
          <a:p>
            <a:r>
              <a:rPr lang="en-US" dirty="0"/>
              <a:t>To bridge the gap between academic learning and industry requirements. </a:t>
            </a:r>
          </a:p>
          <a:p>
            <a:r>
              <a:rPr lang="en-US" dirty="0"/>
              <a:t>To provide practical exposure through project-based learning and mentorship.</a:t>
            </a:r>
            <a:endParaRPr lang="en-IN" dirty="0"/>
          </a:p>
        </p:txBody>
      </p:sp>
      <p:sp>
        <p:nvSpPr>
          <p:cNvPr id="1048613" name="Rectangle 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14" name="Rectangle 6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15" name="Rectangle 7"/>
          <p:cNvSpPr/>
          <p:nvPr/>
        </p:nvSpPr>
        <p:spPr>
          <a:xfrm>
            <a:off x="12039600" y="76200"/>
            <a:ext cx="152401" cy="678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16" name="Rectangle 8"/>
          <p:cNvSpPr/>
          <p:nvPr/>
        </p:nvSpPr>
        <p:spPr>
          <a:xfrm>
            <a:off x="45719" y="6705600"/>
            <a:ext cx="12085322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17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18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4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285009" y="285008"/>
            <a:ext cx="11556474" cy="64126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EXPERIENCES </a:t>
            </a:r>
            <a:r>
              <a:rPr lang="en-US" sz="3600" dirty="0">
                <a:solidFill>
                  <a:schemeClr val="dk1"/>
                </a:solidFill>
              </a:rPr>
              <a:t/>
            </a:r>
            <a:br>
              <a:rPr lang="en-US" sz="3600" dirty="0">
                <a:solidFill>
                  <a:schemeClr val="dk1"/>
                </a:solidFill>
              </a:rPr>
            </a:br>
            <a:r>
              <a:rPr lang="en-IN" sz="3600" dirty="0">
                <a:solidFill>
                  <a:schemeClr val="dk1"/>
                </a:solidFill>
              </a:rPr>
              <a:t/>
            </a:r>
            <a:br>
              <a:rPr lang="en-IN" sz="3600" dirty="0">
                <a:solidFill>
                  <a:schemeClr val="dk1"/>
                </a:solidFill>
              </a:rPr>
            </a:b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TRAININGS LEARNED</a:t>
            </a:r>
          </a:p>
          <a:p>
            <a:r>
              <a:rPr lang="en-US" dirty="0"/>
              <a:t>Debugging Android Studio errors.</a:t>
            </a:r>
          </a:p>
          <a:p>
            <a:r>
              <a:rPr lang="en-US" dirty="0"/>
              <a:t> Emulator setup and testing. </a:t>
            </a:r>
          </a:p>
          <a:p>
            <a:r>
              <a:rPr lang="en-US" dirty="0"/>
              <a:t>Firebase database handling. </a:t>
            </a:r>
          </a:p>
          <a:p>
            <a:r>
              <a:rPr lang="en-US" dirty="0"/>
              <a:t>Android project structure understanding. </a:t>
            </a:r>
          </a:p>
          <a:p>
            <a:r>
              <a:rPr lang="en-US" dirty="0"/>
              <a:t>Implemented product listing, shopping cart, and checkout modules using activity-based Android navigation. </a:t>
            </a:r>
          </a:p>
          <a:p>
            <a:r>
              <a:rPr lang="en-US" dirty="0"/>
              <a:t>Explored Firebase </a:t>
            </a:r>
            <a:r>
              <a:rPr lang="en-US" dirty="0" err="1"/>
              <a:t>Firestore</a:t>
            </a:r>
            <a:r>
              <a:rPr lang="en-US" dirty="0"/>
              <a:t> integration and real-time order management for e-commerce functionality. </a:t>
            </a:r>
          </a:p>
          <a:p>
            <a:r>
              <a:rPr lang="en-US" dirty="0"/>
              <a:t>Developed user-friendly UI/UX screens for artisans and customers to improve product browsing and shopping experience.</a:t>
            </a:r>
          </a:p>
        </p:txBody>
      </p:sp>
      <p:sp>
        <p:nvSpPr>
          <p:cNvPr id="1048621" name="Rectangle 5"/>
          <p:cNvSpPr/>
          <p:nvPr/>
        </p:nvSpPr>
        <p:spPr>
          <a:xfrm>
            <a:off x="0" y="0"/>
            <a:ext cx="15694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22" name="Rectangle 6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23" name="Rectangle 7"/>
          <p:cNvSpPr/>
          <p:nvPr/>
        </p:nvSpPr>
        <p:spPr>
          <a:xfrm>
            <a:off x="12035052" y="76200"/>
            <a:ext cx="156949" cy="678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24" name="Rectangle 8"/>
          <p:cNvSpPr/>
          <p:nvPr/>
        </p:nvSpPr>
        <p:spPr>
          <a:xfrm>
            <a:off x="45719" y="6705600"/>
            <a:ext cx="12085322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 DEPT, Bangalore</a:t>
            </a:r>
            <a:endParaRPr lang="zh-CN" altLang="en-US"/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5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678392" cy="6412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EXPERIENCES </a:t>
            </a:r>
            <a:r>
              <a:rPr lang="en-US" sz="3600" dirty="0">
                <a:solidFill>
                  <a:schemeClr val="dk1"/>
                </a:solidFill>
              </a:rPr>
              <a:t/>
            </a:r>
            <a:br>
              <a:rPr lang="en-US" sz="3600" dirty="0">
                <a:solidFill>
                  <a:schemeClr val="dk1"/>
                </a:solidFill>
              </a:rPr>
            </a:b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6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dk1"/>
                </a:solidFill>
              </a:rPr>
              <a:t>TECHNICAL KNOWLEDGE  GAINED </a:t>
            </a:r>
          </a:p>
          <a:p>
            <a:r>
              <a:rPr lang="en-IN" dirty="0"/>
              <a:t>Explored Firebase </a:t>
            </a:r>
            <a:r>
              <a:rPr lang="en-IN" dirty="0" err="1"/>
              <a:t>Firestore</a:t>
            </a:r>
            <a:r>
              <a:rPr lang="en-IN" dirty="0"/>
              <a:t> and Firebase Storage integration. </a:t>
            </a:r>
          </a:p>
          <a:p>
            <a:r>
              <a:rPr lang="en-IN" dirty="0"/>
              <a:t>Learned Prompt Engineering and Generative AI concepts.</a:t>
            </a:r>
          </a:p>
          <a:p>
            <a:r>
              <a:rPr lang="en-IN" dirty="0"/>
              <a:t>Developed UI/UX design skills using XML layouts.</a:t>
            </a:r>
          </a:p>
          <a:p>
            <a:r>
              <a:rPr lang="en-IN" dirty="0"/>
              <a:t>Improved debugging and Android Studio troubleshooting skills.</a:t>
            </a:r>
          </a:p>
          <a:p>
            <a:r>
              <a:rPr lang="en-IN" dirty="0"/>
              <a:t>Understood real-time application workflows and Firebase synchronization.</a:t>
            </a:r>
          </a:p>
          <a:p>
            <a:r>
              <a:rPr lang="en-IN" dirty="0">
                <a:solidFill>
                  <a:schemeClr val="dk1"/>
                </a:solidFill>
              </a:rPr>
              <a:t>Learned Android Development using Kotlin.</a:t>
            </a:r>
          </a:p>
          <a:p>
            <a:r>
              <a:rPr lang="en-US" dirty="0"/>
              <a:t>Gained exposure to analytics visualization using </a:t>
            </a:r>
            <a:r>
              <a:rPr lang="en-US" dirty="0" err="1"/>
              <a:t>MPAndroidChart</a:t>
            </a:r>
            <a:r>
              <a:rPr lang="en-US" dirty="0"/>
              <a:t>.</a:t>
            </a:r>
          </a:p>
          <a:p>
            <a:r>
              <a:rPr lang="en-US" dirty="0"/>
              <a:t>Improved understanding of scalable Android application architecture. </a:t>
            </a:r>
            <a:endParaRPr lang="en-IN" dirty="0">
              <a:solidFill>
                <a:schemeClr val="dk1"/>
              </a:solidFill>
            </a:endParaRPr>
          </a:p>
          <a:p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048637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38" name="Rectangle 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39" name="Rectangle 9"/>
          <p:cNvSpPr/>
          <p:nvPr/>
        </p:nvSpPr>
        <p:spPr>
          <a:xfrm>
            <a:off x="1211580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0" name="Rectangle 11"/>
          <p:cNvSpPr/>
          <p:nvPr/>
        </p:nvSpPr>
        <p:spPr>
          <a:xfrm>
            <a:off x="76200" y="6781800"/>
            <a:ext cx="121158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1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42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6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678392" cy="6412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EXPERIENCES </a:t>
            </a:r>
            <a:r>
              <a:rPr lang="en-US" sz="3600" dirty="0">
                <a:solidFill>
                  <a:schemeClr val="dk1"/>
                </a:solidFill>
              </a:rPr>
              <a:t/>
            </a:r>
            <a:br>
              <a:rPr lang="en-US" sz="3600" dirty="0">
                <a:solidFill>
                  <a:schemeClr val="dk1"/>
                </a:solidFill>
              </a:rPr>
            </a:b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4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PROJECT ASSIGNED &amp; APPROACHES EXPLORED</a:t>
            </a:r>
          </a:p>
          <a:p>
            <a:pPr marL="0" indent="0">
              <a:buNone/>
            </a:pPr>
            <a:r>
              <a:rPr lang="en-US" b="1" dirty="0"/>
              <a:t>Hasta-Kala Shop</a:t>
            </a:r>
          </a:p>
          <a:p>
            <a:pPr marL="0" indent="0">
              <a:buNone/>
            </a:pPr>
            <a:r>
              <a:rPr lang="en-US" sz="2600" dirty="0"/>
              <a:t>Android E-Commerce Application for Indian Artisans</a:t>
            </a:r>
          </a:p>
          <a:p>
            <a:r>
              <a:rPr lang="en-US" sz="2600" dirty="0"/>
              <a:t>Hasta-Kala Shop is an Android-based e-commerce application designed for Indian artisans and handcrafted product sellers. The application allows artisans to showcase products and enables customers to browse, purchase, and track handcrafted items digitally.</a:t>
            </a:r>
          </a:p>
          <a:p>
            <a:pPr marL="0" indent="0">
              <a:buNone/>
            </a:pPr>
            <a:r>
              <a:rPr lang="en-IN" b="1" dirty="0"/>
              <a:t>Approaches Explored</a:t>
            </a:r>
          </a:p>
          <a:p>
            <a:r>
              <a:rPr lang="en-IN" sz="2600" dirty="0"/>
              <a:t>E-Commerce Workflow Design </a:t>
            </a:r>
          </a:p>
          <a:p>
            <a:r>
              <a:rPr lang="en-IN" sz="2600" dirty="0"/>
              <a:t>User-friendly UI/UX Design </a:t>
            </a:r>
          </a:p>
          <a:p>
            <a:r>
              <a:rPr lang="en-IN" sz="2600" dirty="0"/>
              <a:t>Analytics Visualization using Charts </a:t>
            </a:r>
          </a:p>
          <a:p>
            <a:r>
              <a:rPr lang="en-IN" sz="2600" dirty="0"/>
              <a:t>Modular Android Architecture </a:t>
            </a:r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48645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7" name="Rectangle 7"/>
          <p:cNvSpPr/>
          <p:nvPr/>
        </p:nvSpPr>
        <p:spPr>
          <a:xfrm>
            <a:off x="12115800" y="76200"/>
            <a:ext cx="76200" cy="6781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8" name="Rectangle 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49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 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50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7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4497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2" name="Content Placeholder 4"/>
          <p:cNvSpPr>
            <a:spLocks noGrp="1"/>
          </p:cNvSpPr>
          <p:nvPr>
            <p:ph idx="1"/>
          </p:nvPr>
        </p:nvSpPr>
        <p:spPr>
          <a:xfrm>
            <a:off x="285008" y="926275"/>
            <a:ext cx="11068792" cy="52506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BLOCK DIAGRAM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1048653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4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5" name="Rectangle 7"/>
          <p:cNvSpPr/>
          <p:nvPr/>
        </p:nvSpPr>
        <p:spPr>
          <a:xfrm>
            <a:off x="1211580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6" name="Rectangle 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7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58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8</a:t>
            </a:fld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B7D7392-5AE9-8C03-6CE8-5291BA9E1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73" t="14080" r="-1" b="17778"/>
          <a:stretch>
            <a:fillRect/>
          </a:stretch>
        </p:blipFill>
        <p:spPr>
          <a:xfrm>
            <a:off x="2219697" y="1392221"/>
            <a:ext cx="7762503" cy="47847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4497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0" name="Content Placeholder 4"/>
          <p:cNvSpPr>
            <a:spLocks noGrp="1"/>
          </p:cNvSpPr>
          <p:nvPr>
            <p:ph idx="1"/>
          </p:nvPr>
        </p:nvSpPr>
        <p:spPr>
          <a:xfrm>
            <a:off x="285008" y="926275"/>
            <a:ext cx="11068792" cy="52506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FLOW CHART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048661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2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3" name="Rectangle 8"/>
          <p:cNvSpPr/>
          <p:nvPr/>
        </p:nvSpPr>
        <p:spPr>
          <a:xfrm>
            <a:off x="1211580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4" name="Rectangle 9"/>
          <p:cNvSpPr/>
          <p:nvPr/>
        </p:nvSpPr>
        <p:spPr>
          <a:xfrm>
            <a:off x="76200" y="6781800"/>
            <a:ext cx="12039600" cy="76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5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66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9</a:t>
            </a:fld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307299-F9E4-81D0-A6F1-868B58C15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8" r="55335" b="3101"/>
          <a:stretch>
            <a:fillRect/>
          </a:stretch>
        </p:blipFill>
        <p:spPr>
          <a:xfrm>
            <a:off x="2286000" y="1321172"/>
            <a:ext cx="7620000" cy="5110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5259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DETAILS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8" name="Content Placeholder 4"/>
          <p:cNvSpPr>
            <a:spLocks noGrp="1"/>
          </p:cNvSpPr>
          <p:nvPr>
            <p:ph idx="1"/>
          </p:nvPr>
        </p:nvSpPr>
        <p:spPr>
          <a:xfrm>
            <a:off x="838200" y="926275"/>
            <a:ext cx="10515600" cy="52506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3000" b="1" dirty="0"/>
              <a:t>Hardware Requirements</a:t>
            </a:r>
          </a:p>
          <a:p>
            <a:r>
              <a:rPr lang="en-IN" dirty="0"/>
              <a:t>Android Smartphone / Android Emulator </a:t>
            </a:r>
          </a:p>
          <a:p>
            <a:r>
              <a:rPr lang="en-IN" dirty="0"/>
              <a:t>Stable Internet Connection </a:t>
            </a:r>
          </a:p>
          <a:p>
            <a:pPr marL="0" indent="0">
              <a:buNone/>
            </a:pPr>
            <a:r>
              <a:rPr lang="en-IN" sz="3000" b="1" dirty="0"/>
              <a:t>Software Requirements</a:t>
            </a:r>
          </a:p>
          <a:p>
            <a:r>
              <a:rPr lang="en-IN" dirty="0"/>
              <a:t>Android Studio </a:t>
            </a:r>
          </a:p>
          <a:p>
            <a:r>
              <a:rPr lang="en-IN" dirty="0"/>
              <a:t>Kotlin Programming Language </a:t>
            </a:r>
          </a:p>
          <a:p>
            <a:r>
              <a:rPr lang="en-IN" dirty="0"/>
              <a:t>Firebase </a:t>
            </a:r>
            <a:r>
              <a:rPr lang="en-IN" dirty="0" err="1"/>
              <a:t>Firestore</a:t>
            </a:r>
            <a:r>
              <a:rPr lang="en-IN" dirty="0"/>
              <a:t> </a:t>
            </a:r>
          </a:p>
          <a:p>
            <a:r>
              <a:rPr lang="en-IN" dirty="0"/>
              <a:t>Firebase Storage </a:t>
            </a:r>
          </a:p>
          <a:p>
            <a:r>
              <a:rPr lang="en-IN" dirty="0"/>
              <a:t>Firebase Authentication </a:t>
            </a:r>
          </a:p>
          <a:p>
            <a:r>
              <a:rPr lang="en-IN" dirty="0"/>
              <a:t>Android SDK </a:t>
            </a:r>
          </a:p>
          <a:p>
            <a:endParaRPr lang="en-IN" dirty="0"/>
          </a:p>
        </p:txBody>
      </p:sp>
      <p:sp>
        <p:nvSpPr>
          <p:cNvPr id="1048669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0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1" name="Rectangle 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2" name="Rectangle 8"/>
          <p:cNvSpPr/>
          <p:nvPr/>
        </p:nvSpPr>
        <p:spPr>
          <a:xfrm>
            <a:off x="12115800" y="0"/>
            <a:ext cx="762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 DEPT, Bangalore</a:t>
            </a:r>
            <a:endParaRPr lang="zh-CN" altLang="en-US"/>
          </a:p>
        </p:txBody>
      </p:sp>
      <p:sp>
        <p:nvSpPr>
          <p:cNvPr id="1048674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10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4497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7" name="Rectangle 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8" name="Rectangle 7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9" name="Rectangle 8"/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0" name="Rectangle 10"/>
          <p:cNvSpPr/>
          <p:nvPr/>
        </p:nvSpPr>
        <p:spPr>
          <a:xfrm>
            <a:off x="76200" y="6705600"/>
            <a:ext cx="119634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82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750" y="1594080"/>
            <a:ext cx="2157865" cy="404472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614" y="1594078"/>
            <a:ext cx="2438400" cy="4044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74" y="1594079"/>
            <a:ext cx="2851026" cy="40447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892" y="1594079"/>
            <a:ext cx="2760908" cy="404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0FFF78-DE4B-EB29-E7DE-35F5B067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>
            <a:extLst>
              <a:ext uri="{FF2B5EF4-FFF2-40B4-BE49-F238E27FC236}">
                <a16:creationId xmlns:a16="http://schemas.microsoft.com/office/drawing/2014/main" xmlns="" id="{9F905DFA-60BE-42BA-EFFA-71DF3BD9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285008"/>
            <a:ext cx="114497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7" name="Rectangle 5">
            <a:extLst>
              <a:ext uri="{FF2B5EF4-FFF2-40B4-BE49-F238E27FC236}">
                <a16:creationId xmlns:a16="http://schemas.microsoft.com/office/drawing/2014/main" xmlns="" id="{4EA7589F-159F-CC5E-531A-229496E51EC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8" name="Rectangle 7">
            <a:extLst>
              <a:ext uri="{FF2B5EF4-FFF2-40B4-BE49-F238E27FC236}">
                <a16:creationId xmlns:a16="http://schemas.microsoft.com/office/drawing/2014/main" xmlns="" id="{CE126E66-1026-E95E-A81A-6784B08564C2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9" name="Rectangle 8">
            <a:extLst>
              <a:ext uri="{FF2B5EF4-FFF2-40B4-BE49-F238E27FC236}">
                <a16:creationId xmlns:a16="http://schemas.microsoft.com/office/drawing/2014/main" xmlns="" id="{ED57C368-4801-60C8-3590-0FD5F88A6A0F}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0" name="Rectangle 10">
            <a:extLst>
              <a:ext uri="{FF2B5EF4-FFF2-40B4-BE49-F238E27FC236}">
                <a16:creationId xmlns:a16="http://schemas.microsoft.com/office/drawing/2014/main" xmlns="" id="{32CD8C97-43B3-F9C4-E22E-62604C743235}"/>
              </a:ext>
            </a:extLst>
          </p:cNvPr>
          <p:cNvSpPr/>
          <p:nvPr/>
        </p:nvSpPr>
        <p:spPr>
          <a:xfrm>
            <a:off x="76200" y="6705600"/>
            <a:ext cx="119634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1" name="Footer Placeholder 11">
            <a:extLst>
              <a:ext uri="{FF2B5EF4-FFF2-40B4-BE49-F238E27FC236}">
                <a16:creationId xmlns:a16="http://schemas.microsoft.com/office/drawing/2014/main" xmlns="" id="{7649502D-36EA-9996-1190-D13D6ABE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82" name="Slide Number Placeholder 12">
            <a:extLst>
              <a:ext uri="{FF2B5EF4-FFF2-40B4-BE49-F238E27FC236}">
                <a16:creationId xmlns:a16="http://schemas.microsoft.com/office/drawing/2014/main" xmlns="" id="{8728B688-E5C7-3901-A628-65DB0F18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12</a:t>
            </a:fld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915" y="1040385"/>
            <a:ext cx="2446785" cy="4363143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64" y="1056928"/>
            <a:ext cx="2434311" cy="43631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238" y="1056926"/>
            <a:ext cx="2728940" cy="43631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28" y="1056926"/>
            <a:ext cx="2347305" cy="43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42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4497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  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4" name="Content Placeholder 4"/>
          <p:cNvSpPr>
            <a:spLocks noGrp="1"/>
          </p:cNvSpPr>
          <p:nvPr>
            <p:ph idx="1"/>
          </p:nvPr>
        </p:nvSpPr>
        <p:spPr>
          <a:xfrm>
            <a:off x="285008" y="926275"/>
            <a:ext cx="11068792" cy="5250688"/>
          </a:xfrm>
        </p:spPr>
        <p:txBody>
          <a:bodyPr>
            <a:normAutofit/>
          </a:bodyPr>
          <a:lstStyle/>
          <a:p>
            <a:r>
              <a:rPr lang="en-US" dirty="0"/>
              <a:t>Enhanced adaptability toward learning new technologies and frameworks.</a:t>
            </a:r>
          </a:p>
          <a:p>
            <a:r>
              <a:rPr lang="en-US" dirty="0"/>
              <a:t>Gained practical experience in Android application development using Kotlin.</a:t>
            </a:r>
          </a:p>
          <a:p>
            <a:r>
              <a:rPr lang="en-US" dirty="0"/>
              <a:t> Learned Firebase </a:t>
            </a:r>
            <a:r>
              <a:rPr lang="en-US" dirty="0" err="1"/>
              <a:t>Firestore</a:t>
            </a:r>
            <a:r>
              <a:rPr lang="en-US" dirty="0"/>
              <a:t>, Firebase Storage, and Authentication integration.</a:t>
            </a:r>
          </a:p>
          <a:p>
            <a:r>
              <a:rPr lang="en-US" dirty="0"/>
              <a:t>Enhanced debugging, problem-solving, and analytical thinking skills.</a:t>
            </a:r>
          </a:p>
          <a:p>
            <a:r>
              <a:rPr lang="en-US" dirty="0"/>
              <a:t> Developed real-world e-commerce project implementation experience.</a:t>
            </a:r>
          </a:p>
          <a:p>
            <a:r>
              <a:rPr lang="en-US" dirty="0"/>
              <a:t> Learned industry-oriented software development practices and workflows.</a:t>
            </a:r>
          </a:p>
          <a:p>
            <a:r>
              <a:rPr lang="en-US" dirty="0"/>
              <a:t> Increased confidence in handling complete end-to-end Android projects 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1048685" name="Rectangle 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6" name="Rectangle 7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7" name="Rectangle 8"/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8" name="Rectangle 10"/>
          <p:cNvSpPr/>
          <p:nvPr/>
        </p:nvSpPr>
        <p:spPr>
          <a:xfrm>
            <a:off x="76200" y="6705600"/>
            <a:ext cx="11963400" cy="15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 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9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13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602192" cy="64126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2" name="Content Placeholder 4"/>
          <p:cNvSpPr>
            <a:spLocks noGrp="1"/>
          </p:cNvSpPr>
          <p:nvPr>
            <p:ph idx="1"/>
          </p:nvPr>
        </p:nvSpPr>
        <p:spPr>
          <a:xfrm>
            <a:off x="381000" y="926274"/>
            <a:ext cx="11602192" cy="53983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/>
              <a:t>Conclusion</a:t>
            </a:r>
          </a:p>
          <a:p>
            <a:r>
              <a:rPr lang="en-US" dirty="0"/>
              <a:t>The internship at </a:t>
            </a:r>
            <a:r>
              <a:rPr lang="en-US" dirty="0" err="1"/>
              <a:t>MindMatrix</a:t>
            </a:r>
            <a:r>
              <a:rPr lang="en-US" dirty="0"/>
              <a:t> provided valuable practical exposure to Android development and Generative AI concepts through the development of the Hasta-Kala Shop application. The project helped improve technical knowledge in Kotlin, Firebase integration, UI/UX design, and real-time database management. </a:t>
            </a:r>
          </a:p>
          <a:p>
            <a:pPr marL="0" indent="0">
              <a:buNone/>
            </a:pPr>
            <a:r>
              <a:rPr lang="en-US" sz="3000" b="1" dirty="0"/>
              <a:t>Future Scope</a:t>
            </a:r>
          </a:p>
          <a:p>
            <a:r>
              <a:rPr lang="en-IN" dirty="0"/>
              <a:t>AI-based product recommendation system</a:t>
            </a:r>
          </a:p>
          <a:p>
            <a:r>
              <a:rPr lang="en-IN" dirty="0"/>
              <a:t> Online payment gateway integration </a:t>
            </a:r>
          </a:p>
          <a:p>
            <a:r>
              <a:rPr lang="en-IN" dirty="0"/>
              <a:t>Push notification support Multi-language application support</a:t>
            </a:r>
          </a:p>
          <a:p>
            <a:r>
              <a:rPr lang="en-IN" dirty="0"/>
              <a:t> Live order tracking functionality</a:t>
            </a:r>
          </a:p>
          <a:p>
            <a:r>
              <a:rPr lang="en-IN" dirty="0"/>
              <a:t> Enhanced admin management features </a:t>
            </a:r>
          </a:p>
          <a:p>
            <a:r>
              <a:rPr lang="en-IN" dirty="0"/>
              <a:t>AI-powered customer assistance chatbot</a:t>
            </a:r>
          </a:p>
        </p:txBody>
      </p:sp>
      <p:sp>
        <p:nvSpPr>
          <p:cNvPr id="1048693" name="Rectangle 5"/>
          <p:cNvSpPr/>
          <p:nvPr/>
        </p:nvSpPr>
        <p:spPr>
          <a:xfrm>
            <a:off x="0" y="0"/>
            <a:ext cx="112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4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5" name="Rectangle 7"/>
          <p:cNvSpPr/>
          <p:nvPr/>
        </p:nvSpPr>
        <p:spPr>
          <a:xfrm flipH="1">
            <a:off x="12079182" y="0"/>
            <a:ext cx="11281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6" name="Rectangle 8"/>
          <p:cNvSpPr/>
          <p:nvPr/>
        </p:nvSpPr>
        <p:spPr>
          <a:xfrm>
            <a:off x="76200" y="6781800"/>
            <a:ext cx="121158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7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>
                <a:solidFill>
                  <a:schemeClr val="tx1"/>
                </a:solidFill>
                <a:latin typeface="Times New Roman" panose="02020603050405020304" pitchFamily="18" charset="0"/>
              </a:rPr>
              <a:t>CSE </a:t>
            </a:r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698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14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285008" y="285008"/>
            <a:ext cx="11602192" cy="641267"/>
          </a:xfrm>
        </p:spPr>
        <p:txBody>
          <a:bodyPr>
            <a:normAutofit/>
          </a:bodyPr>
          <a:lstStyle/>
          <a:p>
            <a:pPr algn="ctr"/>
            <a:endParaRPr lang="en-IN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8" name="Content Placeholder 4"/>
          <p:cNvSpPr>
            <a:spLocks noGrp="1"/>
          </p:cNvSpPr>
          <p:nvPr>
            <p:ph idx="1"/>
          </p:nvPr>
        </p:nvSpPr>
        <p:spPr>
          <a:xfrm>
            <a:off x="381000" y="926274"/>
            <a:ext cx="11602192" cy="5398325"/>
          </a:xfrm>
        </p:spPr>
        <p:txBody>
          <a:bodyPr/>
          <a:lstStyle/>
          <a:p>
            <a:pPr marL="0" indent="0" algn="ctr">
              <a:buNone/>
            </a:pPr>
            <a:endParaRPr lang="en-US" sz="9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Impact" panose="020B0806030902050204" charset="0"/>
            </a:endParaRPr>
          </a:p>
          <a:p>
            <a:pPr marL="0" indent="0" algn="ctr">
              <a:buNone/>
            </a:pPr>
            <a:r>
              <a:rPr lang="en-US" sz="9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Impact" panose="020B0806030902050204" charset="0"/>
              </a:rPr>
              <a:t>Thank  you</a:t>
            </a:r>
            <a:endParaRPr lang="en-IN" sz="9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IN" dirty="0"/>
          </a:p>
        </p:txBody>
      </p:sp>
      <p:sp>
        <p:nvSpPr>
          <p:cNvPr id="1048709" name="Rectangle 5"/>
          <p:cNvSpPr/>
          <p:nvPr/>
        </p:nvSpPr>
        <p:spPr>
          <a:xfrm>
            <a:off x="0" y="0"/>
            <a:ext cx="11281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10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11" name="Rectangle 7"/>
          <p:cNvSpPr/>
          <p:nvPr/>
        </p:nvSpPr>
        <p:spPr>
          <a:xfrm flipH="1">
            <a:off x="12079182" y="0"/>
            <a:ext cx="112817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12" name="Rectangle 8"/>
          <p:cNvSpPr/>
          <p:nvPr/>
        </p:nvSpPr>
        <p:spPr>
          <a:xfrm>
            <a:off x="76200" y="6781800"/>
            <a:ext cx="12115800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86200" y="6416675"/>
            <a:ext cx="4191000" cy="365125"/>
          </a:xfrm>
        </p:spPr>
        <p:txBody>
          <a:bodyPr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K S I T, </a:t>
            </a:r>
            <a:r>
              <a:rPr lang="en-US" altLang="en-GB" sz="1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CSE  </a:t>
            </a: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DEPT, Bangalore</a:t>
            </a:r>
            <a:endParaRPr lang="zh-CN" altLang="en-US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smtClean="0">
                <a:latin typeface="Times New Roman" panose="02020603050405020304" pitchFamily="18" charset="0"/>
              </a:rPr>
              <a:t>15</a:t>
            </a:fld>
            <a:endParaRPr 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814</Words>
  <Application>Microsoft Office PowerPoint</Application>
  <PresentationFormat>Widescreen</PresentationFormat>
  <Paragraphs>178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Impact</vt:lpstr>
      <vt:lpstr>Times New Roman</vt:lpstr>
      <vt:lpstr>等线</vt:lpstr>
      <vt:lpstr>Office Theme</vt:lpstr>
      <vt:lpstr>PowerPoint Presentation</vt:lpstr>
      <vt:lpstr>OUTLINE</vt:lpstr>
      <vt:lpstr>About the Organization </vt:lpstr>
      <vt:lpstr> OBJECTIVES OF THE INTERNSHIP  </vt:lpstr>
      <vt:lpstr>  LEARNING EXPERIENCES   </vt:lpstr>
      <vt:lpstr> LEARNING EXPERIENCES  </vt:lpstr>
      <vt:lpstr> LEARNING EXPERIENCES  </vt:lpstr>
      <vt:lpstr>METHODOLOGY </vt:lpstr>
      <vt:lpstr>METHODOLOGY </vt:lpstr>
      <vt:lpstr>HARDWARE/SOFTWARE DETAILS </vt:lpstr>
      <vt:lpstr>RESULTS </vt:lpstr>
      <vt:lpstr>RESULTS </vt:lpstr>
      <vt:lpstr>LEARNING OUTCOMES  </vt:lpstr>
      <vt:lpstr>CONCLUSION &amp; FUTURE SCOPE</vt:lpstr>
      <vt:lpstr>PowerPoint Presentation</vt:lpstr>
    </vt:vector>
  </TitlesOfParts>
  <Company>My CompCare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Lenovo</cp:lastModifiedBy>
  <cp:revision>5</cp:revision>
  <dcterms:created xsi:type="dcterms:W3CDTF">2010-07-02T19:48:00Z</dcterms:created>
  <dcterms:modified xsi:type="dcterms:W3CDTF">2026-05-18T18:35:50Z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88f62f4986de41f9984a03c580def2fc</vt:lpwstr>
  </property>
  <property fmtid="{D5CDD505-2E9C-101B-9397-08002B2CF9AE}" pid="3" name="KSOProductBuildVer">
    <vt:lpwstr>1033-12.2.0.16909</vt:lpwstr>
  </property>
</Properties>
</file>